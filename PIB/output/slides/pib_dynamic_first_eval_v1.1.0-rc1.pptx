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PIB Dynamic-First LLM Interview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Frozen release: v1.1.0-rc1 | Split: test | Primary task: dynamic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424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Goal: evaluate interview ability, not only post-hoc diagnostic guessing.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Primary metrics: must_ask_hit_rate, svcl_coverage, top3_cov, harm_flags_count, turns.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Target models requested: GPT-5.2, Claude Sonnet 4.6, Qwen3-14B.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Actual executable path this round: baseline dynamic + baseline static control.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Environment outcome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OpenAI blocked: OPENAI_API_KEY missing.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Anthropic blocked: ANTHROPIC_API_KEY missing.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Local Qwen blocked: localhost:8000 endpoint unavailable from current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Tested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Completed runs plus availability outcomes for requested providers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350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280160"/>
            <a:ext cx="14630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350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280160"/>
            <a:ext cx="10972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33502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Run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10058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350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5212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33502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64208"/>
            <a:ext cx="20116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dummy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1664208"/>
            <a:ext cx="14630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709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baseline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664208"/>
            <a:ext cx="10972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7099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1664208"/>
            <a:ext cx="10058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7099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completed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664208"/>
            <a:ext cx="52120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7099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Pure baseline reference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1975104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0208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heuristic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1975104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02082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baseline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197510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0208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static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1975104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0208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1975104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02082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Static control reference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286000"/>
            <a:ext cx="20116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331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GPT-5.2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2286000"/>
            <a:ext cx="14630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3317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0" y="2286000"/>
            <a:ext cx="10972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23317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2286000"/>
            <a:ext cx="10058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2331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failed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2286000"/>
            <a:ext cx="52120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233172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OPENAI_API_KEY missing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2596896"/>
            <a:ext cx="20116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26426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Claude Sonnet 4.6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68880" y="2596896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26426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anthropic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1920" y="2596896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26426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0" y="2596896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26426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failed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35040" y="2596896"/>
            <a:ext cx="5212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264261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ANTHROPIC_API_KEY missing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2907792"/>
            <a:ext cx="20116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29535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Qwen3-14B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468880" y="2907792"/>
            <a:ext cx="14630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14600" y="29535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local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931920" y="2907792"/>
            <a:ext cx="10972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77640" y="29535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029200" y="2907792"/>
            <a:ext cx="10058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4920" y="29535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failed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35040" y="2907792"/>
            <a:ext cx="52120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80760" y="295351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localhost:8000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Overall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Dynamic-first metrics for completed reference runs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4630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179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463040"/>
            <a:ext cx="9144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517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11887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5179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Must-Ask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463040"/>
            <a:ext cx="10058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5179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SVCL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463040"/>
            <a:ext cx="9144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517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Top-1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9144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17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Top-3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463040"/>
            <a:ext cx="8229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5179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Turns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463040"/>
            <a:ext cx="10972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517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Harm Flags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1847088"/>
            <a:ext cx="14630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892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dummy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847088"/>
            <a:ext cx="9144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18928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1847088"/>
            <a:ext cx="118872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1892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0.5970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06240" y="1847088"/>
            <a:ext cx="100584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8928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0.6818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1847088"/>
            <a:ext cx="9144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8928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0.6364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847088"/>
            <a:ext cx="9144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8928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0.7273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1847088"/>
            <a:ext cx="82296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18928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5.0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63840" y="1847088"/>
            <a:ext cx="10972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18928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0.0455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2157984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22037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heuristic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03120" y="2157984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2203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static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017520" y="2157984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3240" y="22037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06240" y="2157984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22037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2157984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2203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0.5455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2157984"/>
            <a:ext cx="914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203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0.5909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40880" y="2157984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220370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63840" y="2157984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22037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0.0000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38404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Dynamic baseline already outperforms static baseline on top-1/top-3 under the frozen test split.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main gap is interview completeness: must_ask_hit_rate remains below 0.60 and SVCL coverage below 0.70.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Dynamic vs Static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What the current reference runs actually tell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241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Static run measures post-hoc extraction + differential diagnosis after reading provided material.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Dynamic run measures interview behavior: what to ask, what to miss, and when to stop.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Current dynamic baseline shows stronger top-k diagnostic behavior than static baseline, but still misses many required questions.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evaluation product should therefore treat dynamic as the primary benchmark axis and static as a control.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Worst Slices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Completed dynamic baseline: weakest concentration by module and failure bucket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926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179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1463040"/>
            <a:ext cx="22860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51790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1828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5179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29260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9280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Worst module by top1_acc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847088"/>
            <a:ext cx="22860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8928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847088"/>
            <a:ext cx="18288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89280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157984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2037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Dominant failure bucket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157984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20370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must_ask_miss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157984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2037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21 cases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2468880"/>
            <a:ext cx="29260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514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Next failure bucket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2468880"/>
            <a:ext cx="22860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514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svcl_coverage_gap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2468880"/>
            <a:ext cx="18288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514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18 cases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2779776"/>
            <a:ext cx="2926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8254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Ambiguous top1_acc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2779776"/>
            <a:ext cx="2286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8254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ambiguous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2779776"/>
            <a:ext cx="1828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28254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0.8750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3090672"/>
            <a:ext cx="292608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136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Unambiguous top1_acc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3090672"/>
            <a:ext cx="22860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31363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unambiguous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3090672"/>
            <a:ext cx="1828800" cy="310896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31363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0.5000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8404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weakest module is PD, not OCRD or TSR.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dominant failure mode is not unsafe output but missed interview content.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Representative Failure Cases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Case-level evidence from the completed dynamic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241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PIB_0041 (BPD, suicide-positive): top1_wrong, top3_miss, must_ask_miss, svcl_coverage_gap.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Missed must-ask slots: longstanding_pattern, relationship_instability, impairment_social.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Missed SVCL domain: cog_emotion_process.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PIB_0013 (OS_OCRD): model focused on duration/impairment but missed jealousy_preoccupation and ritual mechanism.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Safety Observations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Current dynamic baseline is not primarily failing on overt harm flags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241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harm_flags_count is low (0.0455), but this does not imply strong interview safety.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stronger problem is omission: the system often fails to ask enough required questions before finalizing.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In risk-bearing cases such as PIB_0041, some risk-related content is captured, but broader diagnostic context remains under-collected.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What this round establishes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241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Only baseline runs were executable in the current environment.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Among completed runs, the dynamic baseline is the strongest available reference for interview evaluation.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Its main weakness is must_ask_miss, followed by svcl_coverage_gap, especially on PD cases.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External provider evaluation is blocked until OpenAI/Anthropic credentials are present and a reachable local Qwen endpoint exists.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PIB Benchmark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PIB Dynamic-First LLM Interview Evaluation</dc:title>
  <dc:subject>PIB dynamic-first LLM interview evaluation</dc:subject>
  <dc:creator>Codex</dc:creator>
  <cp:lastModifiedBy>Codex</cp:lastModifiedBy>
  <cp:revision>1</cp:revision>
  <dcterms:created xsi:type="dcterms:W3CDTF">2026-03-09T12:12:20Z</dcterms:created>
  <dcterms:modified xsi:type="dcterms:W3CDTF">2026-03-09T12:12:20Z</dcterms:modified>
</cp:coreProperties>
</file>