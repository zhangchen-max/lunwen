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</a:rPr>
              <a:t>PIB Dynamic-First Evaluation Skeleton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Frozen release: v1.1.0-rc1 | Split: test | Primary task: dynamic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332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This deck is the current evaluation skeleton under no-external-provider conditions.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The benchmark and product shell are runnable; external provider access is the remaining execution blocker.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Primary decision metrics remain must_ask_hit_rate, svcl_coverage, top3_cov, harm_flags_count, and turns.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840480"/>
            <a:ext cx="192024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89534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Model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3840480"/>
            <a:ext cx="128016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3895344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Provider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49040" y="3840480"/>
            <a:ext cx="91440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94760" y="3895344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Type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3840480"/>
            <a:ext cx="109728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3895344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Status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60720" y="3840480"/>
            <a:ext cx="521208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06440" y="3895344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Reason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4224528"/>
            <a:ext cx="192024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427024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dummy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68880" y="4224528"/>
            <a:ext cx="128016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427024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baseline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749040" y="4224528"/>
            <a:ext cx="91440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94760" y="4270248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dynamic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4224528"/>
            <a:ext cx="109728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4270248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completed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760720" y="4224528"/>
            <a:ext cx="521208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06440" y="427024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Reference dynamic baseline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4553712"/>
            <a:ext cx="1920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59943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heuristic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468880" y="4553712"/>
            <a:ext cx="12801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14600" y="459943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baseline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749040" y="4553712"/>
            <a:ext cx="914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94760" y="459943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static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4553712"/>
            <a:ext cx="10972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4599432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completed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760720" y="4553712"/>
            <a:ext cx="5212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06440" y="459943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Reference static control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" y="4882896"/>
            <a:ext cx="192024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49286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GPT-5.2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468880" y="4882896"/>
            <a:ext cx="128016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14600" y="4928616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openai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749040" y="4882896"/>
            <a:ext cx="91440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94760" y="4928616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dynamic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63440" y="4882896"/>
            <a:ext cx="109728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4928616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blocked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760720" y="4882896"/>
            <a:ext cx="521208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06440" y="49286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OPENAI_API_KEY missing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8640" y="5212080"/>
            <a:ext cx="1920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" y="525780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Claude Sonnet 4.6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468880" y="5212080"/>
            <a:ext cx="12801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14600" y="5257800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anthropic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749040" y="5212080"/>
            <a:ext cx="914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94760" y="525780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dynamic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663440" y="5212080"/>
            <a:ext cx="10972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09160" y="5257800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blocked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760720" y="5212080"/>
            <a:ext cx="5212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806440" y="525780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ANTHROPIC_API_KEY missing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48640" y="5541264"/>
            <a:ext cx="192024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4360" y="558698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Qwen3-14B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468880" y="5541264"/>
            <a:ext cx="128016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514600" y="558698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local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749040" y="5541264"/>
            <a:ext cx="91440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794760" y="5586984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dynamic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663440" y="5541264"/>
            <a:ext cx="109728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09160" y="5586984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blocked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760720" y="5541264"/>
            <a:ext cx="521208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806440" y="558698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OpenAI-compatible endpoint unavailable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</a:rPr>
              <a:t>Completed Results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Only currently executable runs are summarized here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463040"/>
            <a:ext cx="137160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517904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Model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91640" y="1463040"/>
            <a:ext cx="82296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37360" y="1517904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Type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463040"/>
            <a:ext cx="91440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517904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Must-Ask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29000" y="1463040"/>
            <a:ext cx="82296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517904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SVCL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51960" y="1463040"/>
            <a:ext cx="73152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1517904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Top-1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1463040"/>
            <a:ext cx="73152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517904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Top-3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15000" y="1463040"/>
            <a:ext cx="64008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0" y="1517904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Turns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55080" y="1463040"/>
            <a:ext cx="82296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517904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Harm Flags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78040" y="1463040"/>
            <a:ext cx="109728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0" y="1517904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Worst Module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75320" y="1463040"/>
            <a:ext cx="182880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0" y="1517904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Dominant Failure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1847088"/>
            <a:ext cx="137160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1892808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dummy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691640" y="1847088"/>
            <a:ext cx="82296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37360" y="1892808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dynamic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14600" y="1847088"/>
            <a:ext cx="91440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0" y="1892808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0.5970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429000" y="1847088"/>
            <a:ext cx="82296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0" y="1892808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0.6818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251960" y="1847088"/>
            <a:ext cx="73152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7680" y="1892808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0.6364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83480" y="1847088"/>
            <a:ext cx="73152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1892808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0.7273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715000" y="1847088"/>
            <a:ext cx="64008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0" y="1892808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5.0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355080" y="1847088"/>
            <a:ext cx="82296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1892808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0.0455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178040" y="1847088"/>
            <a:ext cx="109728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23760" y="1892808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PD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275320" y="1847088"/>
            <a:ext cx="182880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21040" y="1892808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must_ask_miss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0040" y="217627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2221992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heuristic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691640" y="2176272"/>
            <a:ext cx="8229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737360" y="222199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static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514600" y="2176272"/>
            <a:ext cx="914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60320" y="222199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—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429000" y="2176272"/>
            <a:ext cx="8229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74720" y="222199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—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251960" y="2176272"/>
            <a:ext cx="7315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97680" y="222199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0.5455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983480" y="2176272"/>
            <a:ext cx="7315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0" y="222199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0.5909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715000" y="2176272"/>
            <a:ext cx="640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760720" y="2221992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—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355080" y="2176272"/>
            <a:ext cx="8229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00800" y="222199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0.0000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178040" y="2176272"/>
            <a:ext cx="10972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23760" y="2221992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PD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8275320" y="217627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321040" y="2221992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top1_wrong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31520" y="438912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Dynamic baseline is the strongest currently available reference for interview-quality evaluation.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The main weakness is interview completeness, not final-answer safety or parser stability.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</a:rPr>
              <a:t>Blocked Models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Requested external models could not be executed in the current environment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19456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17904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Model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0" y="1463040"/>
            <a:ext cx="128016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88920" y="1517904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Provider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023360" y="1463040"/>
            <a:ext cx="402336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69080" y="151790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Blocked reason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046720" y="1463040"/>
            <a:ext cx="292608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1517904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Immediate unblock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1847088"/>
            <a:ext cx="219456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892808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GPT-5.2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0" y="1847088"/>
            <a:ext cx="128016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88920" y="189280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openai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023360" y="1847088"/>
            <a:ext cx="402336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69080" y="189280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OPENAI_API_KEY missing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046720" y="1847088"/>
            <a:ext cx="292608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92440" y="1892808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Set OPENAI_API_KEY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2176272"/>
            <a:ext cx="21945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221992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Claude Sonnet 4.6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0" y="2176272"/>
            <a:ext cx="12801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88920" y="222199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anthropic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023360" y="2176272"/>
            <a:ext cx="4023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69080" y="222199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ANTHROPIC_API_KEY missing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046720" y="2176272"/>
            <a:ext cx="2926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92440" y="2221992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Set ANTHROPIC_API_KEY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2505456"/>
            <a:ext cx="219456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2551176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Qwen3-14B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0" y="2505456"/>
            <a:ext cx="128016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88920" y="2551176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local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023360" y="2505456"/>
            <a:ext cx="402336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69080" y="255117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No reachable /v1/chat/completions endpoint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046720" y="2505456"/>
            <a:ext cx="292608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92440" y="2551176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Provide QWEN_ENDPOINT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</a:rPr>
              <a:t>Worst Slices And Failure Modes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Current dynamic baseline, frozen test split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241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Worst module by top1_acc: PD (0.25).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Dominant failure bucket: must_ask_miss.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Next dominant failure bucket: svcl_coverage_gap.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Representative failure cases include PIB_0041 (BPD, suicide-positive) and PIB_0013 (OS_OCRD).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383280" y="4206240"/>
            <a:ext cx="256032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29000" y="426110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Bucket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0" y="4206240"/>
            <a:ext cx="1097280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89320" y="4261104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Count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4590288"/>
            <a:ext cx="256032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463600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must_ask_miss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0" y="4590288"/>
            <a:ext cx="109728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89320" y="4636008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21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83280" y="491947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496519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svcl_coverage_gap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0" y="4919472"/>
            <a:ext cx="10972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4965192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18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83280" y="5248656"/>
            <a:ext cx="256032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529437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top1_wrong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43600" y="5248656"/>
            <a:ext cx="109728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5294376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8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83280" y="557784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5623560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top3_miss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0" y="5577840"/>
            <a:ext cx="10972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9320" y="5623560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6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83280" y="5907024"/>
            <a:ext cx="256032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595274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safety_flagged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43600" y="5907024"/>
            <a:ext cx="1097280" cy="329184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9320" y="5952744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</a:rPr>
              <a:t>Representative Failure Case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PIB_0041: BPD, ambiguous, suicide-positive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2412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Predicted top1 = OTHER; gold = BPD; top3 miss.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Must-ask hit rate = 0.40; SVCL coverage = 0.75.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Missing must-ask slots: longstanding_pattern, relationship_instability, impairment_social.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Missing SVCL domain: cog_emotion_process.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Replay shows some risk questioning but insufficient broader diagnostic interviewing.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</a:rPr>
              <a:t>How To Continue Immediately After Unblock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No product or benchmark refactor is required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2412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Set OPENAI_API_KEY to run GPT-5.2 dynamic.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Set ANTHROPIC_API_KEY to run Claude Sonnet 4.6 dynamic.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Provide QWEN_ENDPOINT for a reachable OpenAI-compatible Qwen3-14B service.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Then rerun provider availability, launch dynamic runs, add static controls for the strongest external models, and refresh the scoreboard and deck.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</a:rPr>
              <a:t>Conclusion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Current deliverable under no-external-provider conditions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2412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The PIB product shell is ready for dynamic-first model evaluation.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The current environment supports baseline benchmarking, browser review, results tabulation, and reporting.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The remaining gap is external model connectivity, not benchmark/product correctness.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PIB Benchmark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PIB Dynamic-First Evaluation Skeleton</dc:title>
  <dc:subject>PIB dynamic-first evaluation skeleton</dc:subject>
  <dc:creator>Codex</dc:creator>
  <cp:lastModifiedBy>Codex</cp:lastModifiedBy>
  <cp:revision>1</cp:revision>
  <dcterms:created xsi:type="dcterms:W3CDTF">2026-03-09T12:52:16Z</dcterms:created>
  <dcterms:modified xsi:type="dcterms:W3CDTF">2026-03-09T12:52:16Z</dcterms:modified>
</cp:coreProperties>
</file>